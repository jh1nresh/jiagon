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6c0574381b45b7" /><Relationship Type="http://schemas.openxmlformats.org/officeDocument/2006/relationships/extended-properties" Target="/docProps/app.xml" Id="R306de22cab0e403a" /><Relationship Type="http://schemas.openxmlformats.org/officeDocument/2006/relationships/officeDocument" Target="/ppt/presentation.xml" Id="Re5af7e4916a946a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bf8ad56c304695"/>
  </p:sldMasterIdLst>
  <p:notesMasterIdLst>
    <p:notesMasterId xmlns:r="http://schemas.openxmlformats.org/officeDocument/2006/relationships" r:id="Rb6a94e3ae537489a"/>
  </p:notesMasterIdLst>
  <p:sldIdLst>
    <p:sldId xmlns:r="http://schemas.openxmlformats.org/officeDocument/2006/relationships" id="256" r:id="R4c6ec31add464bc6"/>
    <p:sldId xmlns:r="http://schemas.openxmlformats.org/officeDocument/2006/relationships" id="257" r:id="R42e0280f3aa8414c"/>
    <p:sldId xmlns:r="http://schemas.openxmlformats.org/officeDocument/2006/relationships" id="258" r:id="Rbdd948e7c3254fe2"/>
    <p:sldId xmlns:r="http://schemas.openxmlformats.org/officeDocument/2006/relationships" id="259" r:id="R722c30da394a42cc"/>
    <p:sldId xmlns:r="http://schemas.openxmlformats.org/officeDocument/2006/relationships" id="260" r:id="Ra347292af90e44b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bf8ad56c304695" /><Relationship Type="http://schemas.openxmlformats.org/officeDocument/2006/relationships/theme" Target="/ppt/theme/theme1.xml" Id="R6b992e79619c48f4" /><Relationship Type="http://schemas.openxmlformats.org/officeDocument/2006/relationships/notesMaster" Target="/ppt/notesMasters/notesMaster1.xml" Id="Rb6a94e3ae537489a" /><Relationship Type="http://schemas.openxmlformats.org/officeDocument/2006/relationships/presProps" Target="/ppt/presProps.xml" Id="Rd287798c5c404092" /><Relationship Type="http://schemas.openxmlformats.org/officeDocument/2006/relationships/viewProps" Target="/ppt/viewProps.xml" Id="Rfbc1db32cae84f09" /><Relationship Type="http://schemas.openxmlformats.org/officeDocument/2006/relationships/tableStyles" Target="/ppt/tableStyles.xml" Id="Rd0e60a76edbd4f1a" /><Relationship Type="http://schemas.openxmlformats.org/officeDocument/2006/relationships/slide" Target="/ppt/slides/slide1.xml" Id="R4c6ec31add464bc6" /><Relationship Type="http://schemas.openxmlformats.org/officeDocument/2006/relationships/slide" Target="/ppt/slides/slide2.xml" Id="R42e0280f3aa8414c" /><Relationship Type="http://schemas.openxmlformats.org/officeDocument/2006/relationships/slide" Target="/ppt/slides/slide3.xml" Id="Rbdd948e7c3254fe2" /><Relationship Type="http://schemas.openxmlformats.org/officeDocument/2006/relationships/slide" Target="/ppt/slides/slide4.xml" Id="R722c30da394a42cc" /><Relationship Type="http://schemas.openxmlformats.org/officeDocument/2006/relationships/slide" Target="/ppt/slides/slide5.xml" Id="Ra347292af90e44b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874ebb885be4f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9ea79b3d8b476c" /><Relationship Type="http://schemas.openxmlformats.org/officeDocument/2006/relationships/notesMaster" Target="/ppt/notesMasters/notesMaster1.xml" Id="Re3a6874ee2b24f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381429d944434f" /><Relationship Type="http://schemas.openxmlformats.org/officeDocument/2006/relationships/notesMaster" Target="/ppt/notesMasters/notesMaster1.xml" Id="R181612a6e6ad4a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819772230e4201" /><Relationship Type="http://schemas.openxmlformats.org/officeDocument/2006/relationships/notesMaster" Target="/ppt/notesMasters/notesMaster1.xml" Id="R15137637bde341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15cac98ffc49a1" /><Relationship Type="http://schemas.openxmlformats.org/officeDocument/2006/relationships/notesMaster" Target="/ppt/notesMasters/notesMaster1.xml" Id="Rd2fc3a82724b40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9e01d9d89a4da6" /><Relationship Type="http://schemas.openxmlformats.org/officeDocument/2006/relationships/notesMaster" Target="/ppt/notesMasters/notesMaster1.xml" Id="R87fa4e55b91741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45e1e4e2394a7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cc5c0fbacad4706" /><Relationship Type="http://schemas.openxmlformats.org/officeDocument/2006/relationships/slideLayout" Target="/ppt/slideLayouts/slideLayout2.xml" Id="Rfec2c55670e847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c2c55670e847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5a558337854c0f" /><Relationship Type="http://schemas.openxmlformats.org/officeDocument/2006/relationships/image" Target="/ppt/media/image.png" Id="R7f9e0c4ae60a48eb" /><Relationship Type="http://schemas.openxmlformats.org/officeDocument/2006/relationships/notesSlide" Target="/ppt/notesSlides/notesSlide1.xml" Id="R875dd11614e547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966268f5a845b9" /><Relationship Type="http://schemas.openxmlformats.org/officeDocument/2006/relationships/notesSlide" Target="/ppt/notesSlides/notesSlide2.xml" Id="R35902b3f1a9546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5941809e6742da" /><Relationship Type="http://schemas.openxmlformats.org/officeDocument/2006/relationships/notesSlide" Target="/ppt/notesSlides/notesSlide3.xml" Id="R7bcb95678ede49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a9516b599b4e38" /><Relationship Type="http://schemas.openxmlformats.org/officeDocument/2006/relationships/notesSlide" Target="/ppt/notesSlides/notesSlide4.xml" Id="R5a141683d23044a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9f100a40b0487b" /><Relationship Type="http://schemas.openxmlformats.org/officeDocument/2006/relationships/notesSlide" Target="/ppt/notesSlides/notesSlide5.xml" Id="R00c7c5d0f1d74e4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D612B3-09D4-4540-A7C8-AD26A6FD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9e0c4ae60a48eb"/>
          <a:stretch xmlns:a="http://schemas.openxmlformats.org/drawingml/2006/main"/>
        </p:blipFill>
        <p:spPr>
          <a:xfrm xmlns:a="http://schemas.openxmlformats.org/drawingml/2006/main">
            <a:off x="696328" y="609600"/>
            <a:ext cx="779045" cy="800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F1F26E-58F6-4B1F-8605-15E0B305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048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23226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23226"/>
                </a:solidFill>
                <a:latin typeface="Aptos Display"/>
                <a:ea typeface="Aptos Display"/>
                <a:cs typeface="Aptos Display"/>
              </a:rPr>
              <a:t>Jiagon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E4E5F1-10B6-4024-AEAE-BDB1298A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143000"/>
            <a:ext cx="438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5C4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5C42"/>
                </a:solidFill>
                <a:latin typeface="Aptos"/>
                <a:ea typeface="Aptos"/>
                <a:cs typeface="Aptos"/>
              </a:rPr>
              <a:t>Personal agent commerce rail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CD50F-218B-4FE4-8D7E-2350D3E2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7630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26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23226"/>
                </a:solidFill>
                <a:latin typeface="Aptos Display"/>
                <a:ea typeface="Aptos Display"/>
                <a:cs typeface="Aptos Display"/>
              </a:rPr>
              <a:t>Agents order in the real world. Jiagon turns the purchase into credit memory.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96BC8B-C729-453F-B1CD-C5DBA08D2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Demo: agent orders coffee -&gt; wallet approves payment -&gt; merchant fulfills -&gt; receipt becomes Solana memory -&gt; future dining credit.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6D4EDD-1D9C-4535-B72F-B6E03A7C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514C2-B4D5-4DEE-B158-B9001E7B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48275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554D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554D1"/>
                </a:solidFill>
                <a:latin typeface="Aptos"/>
                <a:ea typeface="Aptos"/>
                <a:cs typeface="Aptos"/>
              </a:rPr>
              <a:t>Agent orders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83EF88-7F84-4DA0-9CD3-B2FA84FE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1625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4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7EE00C-565D-4DF3-A8E4-677CA5CC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248275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D5C4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D5C42"/>
                </a:solidFill>
                <a:latin typeface="Aptos"/>
                <a:ea typeface="Aptos"/>
                <a:cs typeface="Aptos"/>
              </a:rPr>
              <a:t>Verified receipts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9D2AF4-9A2E-4684-ADE7-0E63041F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1625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18273-A67D-4A0A-974E-9473C3A8E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48275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A64E1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A64E10"/>
                </a:solidFill>
                <a:latin typeface="Aptos"/>
                <a:ea typeface="Aptos"/>
                <a:cs typeface="Aptos"/>
              </a:rPr>
              <a:t>Purpose credit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4F8ED3-5860-4D28-A9E7-E1278406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57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Jiagon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4FB3F3-750F-45C2-937E-CE51FE33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2460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6183710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4C70AB-7B44-40DE-82A6-AEF35A28B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B1CFB-03CF-4189-9EE0-A7DAC36ED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D5C4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5C42"/>
                </a:solidFill>
                <a:latin typeface="Aptos"/>
                <a:ea typeface="Aptos"/>
                <a:cs typeface="Aptos"/>
              </a:rPr>
              <a:t>PRODUCT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EFCEC1-CAE0-4E66-B80D-A1C64CAF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87630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23226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23226"/>
                </a:solidFill>
                <a:latin typeface="Aptos Display"/>
                <a:ea typeface="Aptos Display"/>
                <a:cs typeface="Aptos Display"/>
              </a:rPr>
              <a:t>One real-world purchase becomes reusable proof.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0C0CA-6B1D-445D-AA39-9BE0B91C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1752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9525">
            <a:solidFill>
              <a:srgbClr val="DAD7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8252D2-1B1F-49D2-AD5E-4F8D103E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133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22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23226"/>
                </a:solidFill>
                <a:latin typeface="Aptos"/>
                <a:ea typeface="Aptos"/>
                <a:cs typeface="Aptos"/>
              </a:rPr>
              <a:t>Agent orders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978171-5854-4264-9B6D-C67A7C7E8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624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User gives intent. Agent calls Jiagon.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5CEF1A-C775-4728-8E93-ADFE76FBD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05765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C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C029BA-FEA0-4A62-A4F5-DD3FCF27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71850"/>
            <a:ext cx="1752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9525">
            <a:solidFill>
              <a:srgbClr val="DAD7C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8DBE33-BADA-400D-9BC2-ABAA8EFE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562350"/>
            <a:ext cx="133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22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23226"/>
                </a:solidFill>
                <a:latin typeface="Aptos"/>
                <a:ea typeface="Aptos"/>
                <a:cs typeface="Aptos"/>
              </a:rPr>
              <a:t>Payment approved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AF1A21-0A66-4C4E-942F-1990C4B3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9624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Wallet approval, not hidden custody.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25CA72-F41A-4C47-A594-4385CD8A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5765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C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4EFCFF-9E41-4F7A-8ADD-EA66DE1C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71850"/>
            <a:ext cx="1752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9525">
            <a:solidFill>
              <a:srgbClr val="DAD7C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46985E-984F-4C86-BEA7-8A6CD027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33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22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23226"/>
                </a:solidFill>
                <a:latin typeface="Aptos"/>
                <a:ea typeface="Aptos"/>
                <a:cs typeface="Aptos"/>
              </a:rPr>
              <a:t>Merchant fulfills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492A77-B6F0-47EA-BEF0-DB44F4B7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9624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Staff confirms the order happened.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0218BD-274E-4AF3-964E-D022AEC2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5765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C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FD6BBB-A783-44B2-9D81-BA31F7EA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71850"/>
            <a:ext cx="1752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4E9"/>
          </a:solidFill>
          <a:ln xmlns:a="http://schemas.openxmlformats.org/drawingml/2006/main" w="9525">
            <a:solidFill>
              <a:srgbClr val="DAD7C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CA9708-0152-4FBC-B9CB-7813581E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62350"/>
            <a:ext cx="133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22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23226"/>
                </a:solidFill>
                <a:latin typeface="Aptos"/>
                <a:ea typeface="Aptos"/>
                <a:cs typeface="Aptos"/>
              </a:rPr>
              <a:t>Receipt memory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141B61-3456-4269-B270-EDEF726E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9624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Claimed to passport and optionally minted.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40A48E-3C3E-44B2-AC69-B3E65011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5765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C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F9CB86-DB31-44CE-B3AD-9536908A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371850"/>
            <a:ext cx="17526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9525">
            <a:solidFill>
              <a:srgbClr val="DAD7C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BEC9D8-E78E-4EFC-BB37-F4C8C63A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562350"/>
            <a:ext cx="133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22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23226"/>
                </a:solidFill>
                <a:latin typeface="Aptos"/>
                <a:ea typeface="Aptos"/>
                <a:cs typeface="Aptos"/>
              </a:rPr>
              <a:t>Purpose credit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2260F2-1D59-4C35-844B-FA9618C5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6240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Future agent can use constrained dining credit.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012E0F-0D4A-484C-BA11-01E0DD3E9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57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Jiagon demo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27C115-E3A1-4E29-804A-BBCB27BA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2460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4505238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6B3BCE-18C9-4F64-835D-743F70FD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04E0B-F505-4A90-A4FD-2DC21D22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6E66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6E66D"/>
                </a:solidFill>
                <a:latin typeface="Aptos"/>
                <a:ea typeface="Aptos"/>
                <a:cs typeface="Aptos"/>
              </a:rPr>
              <a:t>LIVE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0597C-032C-45B0-8403-0D0BD0C9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572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Raposa Coffee: agent order to verified receipt.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07FEBB-00E5-401F-A51C-CCBE81DE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38425"/>
            <a:ext cx="361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0C38F-2578-4CD2-B4C7-12DE5959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57175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3F"/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9F6539-B5F8-4A1B-BD84-CC13F19F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76525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/agent-order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722A5F-BC83-428D-B11E-27EA0430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667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AF4E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4EE"/>
                </a:solidFill>
                <a:latin typeface="Aptos"/>
                <a:ea typeface="Aptos"/>
                <a:cs typeface="Aptos"/>
              </a:rPr>
              <a:t>Create the coffee order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BC4721-F289-4479-A09B-03B0992B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67075"/>
            <a:ext cx="361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7D91D-9340-4A5B-ADBE-110C9E79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2004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4AA3"/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C0BAE3-1FCA-492B-B752-91C0717E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305175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wallet approval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3AFB21-9C0B-4984-B0E1-E39B1D20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956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AF4E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4EE"/>
                </a:solidFill>
                <a:latin typeface="Aptos"/>
                <a:ea typeface="Aptos"/>
                <a:cs typeface="Aptos"/>
              </a:rPr>
              <a:t>Open Solana payment request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23BB4E-EDA0-45F1-A456-F90EB893C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95725"/>
            <a:ext cx="361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1431C4-A298-49E1-928B-5D633966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82905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3F"/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E12B88-E7D1-49C0-B7BE-E08B571D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33825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/merchant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1D5DC6-BDB0-425E-BE41-10C2F6A4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9243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AF4E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4EE"/>
                </a:solidFill>
                <a:latin typeface="Aptos"/>
                <a:ea typeface="Aptos"/>
                <a:cs typeface="Aptos"/>
              </a:rPr>
              <a:t>Mark fulfilled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05E535-D028-4562-8BD2-4F52EF7B4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24375"/>
            <a:ext cx="361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6382D1-2072-4E0F-BF4B-64DB63A3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577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3F"/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5AE5FB-D1C7-4ED7-98E2-F1CF7681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562475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/tile/raposa-coffee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9948DD-8C0B-4E7A-9BD5-9033EF08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5529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AF4E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4EE"/>
                </a:solidFill>
                <a:latin typeface="Aptos"/>
                <a:ea typeface="Aptos"/>
                <a:cs typeface="Aptos"/>
              </a:rPr>
              <a:t>Claim receipt with pickup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A8E644-BD53-4D0A-9AF9-997C5A91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53025"/>
            <a:ext cx="361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6E66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A6E66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DB948A-D8F3-406B-8DE9-1E28F9405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08635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3F"/>
          </a:solidFill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B684CE-BB6E-4FEC-B572-7D815C1A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91125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/passport + /credit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DFA7F0-CBB8-4E6D-83EB-53AE7CC5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1816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AF4E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4EE"/>
                </a:solidFill>
                <a:latin typeface="Aptos"/>
                <a:ea typeface="Aptos"/>
                <a:cs typeface="Aptos"/>
              </a:rPr>
              <a:t>Show memory and credit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A702D4-DE5E-4324-A262-1A0968C9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57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FD0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FD0C8"/>
                </a:solidFill>
                <a:latin typeface="Aptos"/>
                <a:ea typeface="Aptos"/>
                <a:cs typeface="Aptos"/>
              </a:rPr>
              <a:t>Jiagon demo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45091D-5136-420F-82E1-5A4574B2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2460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BFD0C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FD0C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7483227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7A4770-C874-4F68-99EE-F71F41CE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A82F3-3676-4857-8D8D-B01773FED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D5C4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5C42"/>
                </a:solidFill>
                <a:latin typeface="Aptos"/>
                <a:ea typeface="Aptos"/>
                <a:cs typeface="Aptos"/>
              </a:rPr>
              <a:t>SOLANA + CREDIT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989FE-B5F6-483B-A51D-3F713AB5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87630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23226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23226"/>
                </a:solidFill>
                <a:latin typeface="Aptos Display"/>
                <a:ea typeface="Aptos Display"/>
                <a:cs typeface="Aptos Display"/>
              </a:rPr>
              <a:t>Why receipts matter for undercollateralized credit.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216693-8A6F-4EAC-80DD-C76C2890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52800"/>
            <a:ext cx="2667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4E9"/>
          </a:solidFill>
          <a:ln xmlns:a="http://schemas.openxmlformats.org/drawingml/2006/main" w="9525">
            <a:solidFill>
              <a:srgbClr val="DAD7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8EC540-AE40-48EF-8D09-E7E20800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22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23226"/>
                </a:solidFill>
                <a:latin typeface="Aptos"/>
                <a:ea typeface="Aptos"/>
                <a:cs typeface="Aptos"/>
              </a:rPr>
              <a:t>Solana receipt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E58445-8A01-4F21-9B94-60D645BB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43350"/>
            <a:ext cx="22479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A claimed purchase can become a Bubblegum cNFT credential.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BB809D-C830-4B59-8C53-C019A602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352800"/>
            <a:ext cx="2667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9525">
            <a:solidFill>
              <a:srgbClr val="DAD7C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684E3A-5AA9-4548-8F2C-87E494F1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4330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22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23226"/>
                </a:solidFill>
                <a:latin typeface="Aptos"/>
                <a:ea typeface="Aptos"/>
                <a:cs typeface="Aptos"/>
              </a:rPr>
              <a:t>Credit memory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110B9D-5B62-48DE-8D2A-EBD32062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43350"/>
            <a:ext cx="22479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Repeated verified purchases become underwriting context.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BEA47A-192C-4741-9EC8-C8D67CE84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52800"/>
            <a:ext cx="2667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FF"/>
          </a:solidFill>
          <a:ln xmlns:a="http://schemas.openxmlformats.org/drawingml/2006/main" w="9525">
            <a:solidFill>
              <a:srgbClr val="DAD7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648ABC-2F25-455E-AEED-E07884F2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4330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22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23226"/>
                </a:solidFill>
                <a:latin typeface="Aptos"/>
                <a:ea typeface="Aptos"/>
                <a:cs typeface="Aptos"/>
              </a:rPr>
              <a:t>Purpose-bound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A3B7CC-71C7-4004-A23E-0C3E3BF2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43350"/>
            <a:ext cx="22479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Credit is constrained to dining deposits, not open-ended cash.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FD2DEF-19AB-4CE2-9F39-5C252D6C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57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Jiagon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07AC2-99CE-4D53-9714-0BAB103AF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2460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226810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2436F7-53B9-472F-B05C-A2A5DFD8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0E5741-69F7-4FB2-BFD7-3F2AFDAC5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D5C4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5C42"/>
                </a:solidFill>
                <a:latin typeface="Aptos"/>
                <a:ea typeface="Aptos"/>
                <a:cs typeface="Aptos"/>
              </a:rPr>
              <a:t>WHAT TO REMEMBER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719E2C-6EFE-438C-9DCD-EE82A7A7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87630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23226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23226"/>
                </a:solidFill>
                <a:latin typeface="Aptos Display"/>
                <a:ea typeface="Aptos Display"/>
                <a:cs typeface="Aptos Display"/>
              </a:rPr>
              <a:t>Jiagon is not a POS. It is the receipt and credit rail for personal agent commerce.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C0952E-7F06-4970-A761-692E87FAD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9048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8097C7-6FA8-407A-B3FD-331FAEB0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48150"/>
            <a:ext cx="83343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 order -&gt; verified receipt memory -&gt; purpose-bound dining credit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8B05B6-061A-4C53-9248-857045B6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57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Jiagon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FAB5F2-7BA9-4B02-AC1E-5B8E9C31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24600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71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0716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158491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2026-05-07T16:18:24.0590000Z</dcterms:created>
  <dcterms:modified xsi:type="dcterms:W3CDTF">2026-05-07T16:18:24.0590000Z</dcterms:modified>
</coreProperties>
</file>